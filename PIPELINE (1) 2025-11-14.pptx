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66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1FB7"/>
    <a:srgbClr val="541371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29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1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66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84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01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69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5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13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8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27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40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DF0F261-B266-4FEB-BA66-473B23E3BB01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887C242-639C-4A78-896E-C5DF7D37C4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165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604ABFB0-FB85-715E-C890-A3484559E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6DF01E67-452E-CD95-CA0A-1DEAA0079C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082F5289-02D7-7A40-CA0A-FAF7D5592970}"/>
              </a:ext>
            </a:extLst>
          </p:cNvPr>
          <p:cNvSpPr/>
          <p:nvPr/>
        </p:nvSpPr>
        <p:spPr>
          <a:xfrm>
            <a:off x="1801091" y="1511928"/>
            <a:ext cx="8811492" cy="3180145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234B51-BA9E-A138-0B71-4A273CF43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512" y="2027775"/>
            <a:ext cx="10190975" cy="2497650"/>
          </a:xfrm>
          <a:noFill/>
        </p:spPr>
        <p:txBody>
          <a:bodyPr>
            <a:noAutofit/>
          </a:bodyPr>
          <a:lstStyle/>
          <a:p>
            <a:r>
              <a:rPr lang="pt-BR" sz="170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49A9EE58-97C1-34E1-E64B-C3BD8DF905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0D7F37E-BFB3-ED1C-E3A1-EC3098C23DEE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C470D0-E0DB-B76C-403A-6E4FE8EBA02A}"/>
              </a:ext>
            </a:extLst>
          </p:cNvPr>
          <p:cNvSpPr txBox="1"/>
          <p:nvPr/>
        </p:nvSpPr>
        <p:spPr>
          <a:xfrm>
            <a:off x="3416173" y="4687329"/>
            <a:ext cx="5359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>
                <a:latin typeface="Agency FB" panose="020B0503020202020204" pitchFamily="34" charset="0"/>
              </a:rPr>
              <a:t>Kaique Stefani e Bruno Davis </a:t>
            </a:r>
          </a:p>
        </p:txBody>
      </p:sp>
    </p:spTree>
    <p:extLst>
      <p:ext uri="{BB962C8B-B14F-4D97-AF65-F5344CB8AC3E}">
        <p14:creationId xmlns:p14="http://schemas.microsoft.com/office/powerpoint/2010/main" val="71471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EE52-3A7C-AD51-8FFF-E5996398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0A603D8C-3563-6773-AE7F-7EFFC0AB4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9C746C4B-9410-A039-B046-81924C2903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3BB90114-1836-2A95-DFEC-82294B1D3034}"/>
              </a:ext>
            </a:extLst>
          </p:cNvPr>
          <p:cNvSpPr/>
          <p:nvPr/>
        </p:nvSpPr>
        <p:spPr>
          <a:xfrm>
            <a:off x="3293382" y="0"/>
            <a:ext cx="5681639" cy="1520981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E7A47-EF90-39DF-49CC-36998123F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436" y="106191"/>
            <a:ext cx="6571127" cy="1520981"/>
          </a:xfrm>
          <a:noFill/>
        </p:spPr>
        <p:txBody>
          <a:bodyPr>
            <a:noAutofit/>
          </a:bodyPr>
          <a:lstStyle/>
          <a:p>
            <a:r>
              <a:rPr lang="pt-BR" sz="120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376CAB6D-8530-F593-864A-3E8F00E368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0915338-5E2A-4BCB-E728-2709F53EE093}"/>
              </a:ext>
            </a:extLst>
          </p:cNvPr>
          <p:cNvSpPr/>
          <p:nvPr/>
        </p:nvSpPr>
        <p:spPr>
          <a:xfrm>
            <a:off x="4233250" y="2820910"/>
            <a:ext cx="3420699" cy="1520980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É ?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CE78E3D-2087-84D6-30C0-805B8B509096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0036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955C-7CBA-5FC5-0B2F-3F11D4FE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A7EC4856-5FC7-8D06-20E1-66CF06E54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EF415561-FFA9-2EDA-03FE-B08554D723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0FF6718A-9C74-AB42-C35E-E886CA0F70C3}"/>
              </a:ext>
            </a:extLst>
          </p:cNvPr>
          <p:cNvSpPr/>
          <p:nvPr/>
        </p:nvSpPr>
        <p:spPr>
          <a:xfrm>
            <a:off x="88365" y="-2436"/>
            <a:ext cx="2879553" cy="1103448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B02359-5964-C18B-AA39-CC36C93F6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6090" y="-138842"/>
            <a:ext cx="3691136" cy="1239854"/>
          </a:xfrm>
          <a:noFill/>
        </p:spPr>
        <p:txBody>
          <a:bodyPr>
            <a:noAutofit/>
          </a:bodyPr>
          <a:lstStyle/>
          <a:p>
            <a:r>
              <a:rPr lang="pt-BR" sz="6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29C8A762-4035-859A-2009-0EF137F765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5FAEA67-82A2-AE80-0C67-35975716BB60}"/>
              </a:ext>
            </a:extLst>
          </p:cNvPr>
          <p:cNvSpPr/>
          <p:nvPr/>
        </p:nvSpPr>
        <p:spPr>
          <a:xfrm>
            <a:off x="4538053" y="0"/>
            <a:ext cx="3420699" cy="1239854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É 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2722771-8773-0DFA-A306-A72ACF5B3391}"/>
              </a:ext>
            </a:extLst>
          </p:cNvPr>
          <p:cNvSpPr/>
          <p:nvPr/>
        </p:nvSpPr>
        <p:spPr>
          <a:xfrm>
            <a:off x="2604118" y="2052176"/>
            <a:ext cx="7162801" cy="2753648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>
                <a:latin typeface="Agency FB" panose="020B0503020202020204" pitchFamily="34" charset="0"/>
              </a:rPr>
              <a:t>TÉCNICA DE OTIMIZAÇÃO DE EXECUÇÃO DE INSTRUÇÕES DE FORMA </a:t>
            </a:r>
            <a:r>
              <a:rPr lang="pt-BR" sz="3600">
                <a:solidFill>
                  <a:schemeClr val="tx1"/>
                </a:solidFill>
                <a:latin typeface="Agency FB" panose="020B0503020202020204" pitchFamily="34" charset="0"/>
              </a:rPr>
              <a:t>PARALELA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D5E13B8-A3AA-F105-78EA-1D0582619013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8840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E966-371A-BFCC-BD73-21EAD62E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AC151401-C0EF-1572-5A89-A151C1811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79478937-FFA0-4F40-89B0-3BA247CC36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AEDF01B9-2B6E-5271-21CE-93795E18A324}"/>
              </a:ext>
            </a:extLst>
          </p:cNvPr>
          <p:cNvSpPr/>
          <p:nvPr/>
        </p:nvSpPr>
        <p:spPr>
          <a:xfrm>
            <a:off x="88365" y="-2436"/>
            <a:ext cx="2879553" cy="1103448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1CF30C-7E48-48E1-DF4A-EEF55B555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6090" y="-138842"/>
            <a:ext cx="3691136" cy="1239854"/>
          </a:xfrm>
          <a:noFill/>
        </p:spPr>
        <p:txBody>
          <a:bodyPr>
            <a:noAutofit/>
          </a:bodyPr>
          <a:lstStyle/>
          <a:p>
            <a:r>
              <a:rPr lang="pt-BR" sz="6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BFD8C470-65CF-5394-4B70-5AC2825CD3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650BD51-8E77-FD78-9FE2-3B66FD67A145}"/>
              </a:ext>
            </a:extLst>
          </p:cNvPr>
          <p:cNvSpPr/>
          <p:nvPr/>
        </p:nvSpPr>
        <p:spPr>
          <a:xfrm>
            <a:off x="4538053" y="0"/>
            <a:ext cx="3420699" cy="1239854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É 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3CB884F-8066-0F77-5E1B-ECD7C6FFAEBF}"/>
              </a:ext>
            </a:extLst>
          </p:cNvPr>
          <p:cNvSpPr/>
          <p:nvPr/>
        </p:nvSpPr>
        <p:spPr>
          <a:xfrm>
            <a:off x="2604118" y="2052176"/>
            <a:ext cx="7162801" cy="2753648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>
                <a:solidFill>
                  <a:schemeClr val="tx1"/>
                </a:solidFill>
                <a:latin typeface="Agency FB" panose="020B0503020202020204" pitchFamily="34" charset="0"/>
              </a:rPr>
              <a:t>ENQUANTO UM PROCESSO OCORRE, O PROCESSO SEGUINTE SE DÁ INÍCIO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8FA5092-5F3E-C510-3D58-3AA10EF0EB92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66409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9787-0A53-6FAE-8664-8B63329F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1CD6D303-2E39-B430-D3C9-E1AC1AA8A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9321155D-3432-DE86-DF03-F0965B3B3F6A}"/>
              </a:ext>
            </a:extLst>
          </p:cNvPr>
          <p:cNvSpPr/>
          <p:nvPr/>
        </p:nvSpPr>
        <p:spPr>
          <a:xfrm>
            <a:off x="0" y="-2437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D269B90C-9812-1719-887B-9003549D027F}"/>
              </a:ext>
            </a:extLst>
          </p:cNvPr>
          <p:cNvSpPr/>
          <p:nvPr/>
        </p:nvSpPr>
        <p:spPr>
          <a:xfrm>
            <a:off x="88365" y="-2436"/>
            <a:ext cx="2879553" cy="1103448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B3FDC9-CE91-C07E-853E-16C19979B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6090" y="-138842"/>
            <a:ext cx="3691136" cy="1239854"/>
          </a:xfrm>
          <a:noFill/>
        </p:spPr>
        <p:txBody>
          <a:bodyPr>
            <a:noAutofit/>
          </a:bodyPr>
          <a:lstStyle/>
          <a:p>
            <a:r>
              <a:rPr lang="pt-BR" sz="6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3D36FBF9-A7F9-C9EB-C453-5722FD4E3C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050204D-0FD5-9AB4-5992-2AC2ECECE445}"/>
              </a:ext>
            </a:extLst>
          </p:cNvPr>
          <p:cNvSpPr/>
          <p:nvPr/>
        </p:nvSpPr>
        <p:spPr>
          <a:xfrm>
            <a:off x="4538053" y="0"/>
            <a:ext cx="3420699" cy="1239854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É ?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ED4F762-51D5-407E-5F8B-859DB313B519}"/>
              </a:ext>
            </a:extLst>
          </p:cNvPr>
          <p:cNvSpPr/>
          <p:nvPr/>
        </p:nvSpPr>
        <p:spPr>
          <a:xfrm>
            <a:off x="577719" y="2736534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IF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C77F081-8669-D420-13E5-50546FE16314}"/>
              </a:ext>
            </a:extLst>
          </p:cNvPr>
          <p:cNvSpPr/>
          <p:nvPr/>
        </p:nvSpPr>
        <p:spPr>
          <a:xfrm>
            <a:off x="3063940" y="2736533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ID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5D4843B-42AF-5FC8-4E63-E80AECEE6CBC}"/>
              </a:ext>
            </a:extLst>
          </p:cNvPr>
          <p:cNvSpPr/>
          <p:nvPr/>
        </p:nvSpPr>
        <p:spPr>
          <a:xfrm>
            <a:off x="5550162" y="2736536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EX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08504B3-D091-F411-7974-3D949D8B53A8}"/>
              </a:ext>
            </a:extLst>
          </p:cNvPr>
          <p:cNvSpPr/>
          <p:nvPr/>
        </p:nvSpPr>
        <p:spPr>
          <a:xfrm>
            <a:off x="7988562" y="2783862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MEM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B710AD7-1A9C-7A61-AB10-EE1A5CE11AE7}"/>
              </a:ext>
            </a:extLst>
          </p:cNvPr>
          <p:cNvSpPr/>
          <p:nvPr/>
        </p:nvSpPr>
        <p:spPr>
          <a:xfrm>
            <a:off x="10426962" y="2736533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WB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6B02024-7B75-753E-0B9B-6A8927D715C4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949319" y="3298703"/>
            <a:ext cx="11146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F8A111B-DF60-F115-A75E-46F10AD151C9}"/>
              </a:ext>
            </a:extLst>
          </p:cNvPr>
          <p:cNvCxnSpPr/>
          <p:nvPr/>
        </p:nvCxnSpPr>
        <p:spPr>
          <a:xfrm flipV="1">
            <a:off x="4435540" y="3282269"/>
            <a:ext cx="11146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962F531-5EF9-15F0-A610-59FFE80D6DD2}"/>
              </a:ext>
            </a:extLst>
          </p:cNvPr>
          <p:cNvCxnSpPr/>
          <p:nvPr/>
        </p:nvCxnSpPr>
        <p:spPr>
          <a:xfrm flipV="1">
            <a:off x="9336252" y="3344806"/>
            <a:ext cx="11146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BDB131CF-CCE0-2763-8680-27631E76DBA6}"/>
              </a:ext>
            </a:extLst>
          </p:cNvPr>
          <p:cNvCxnSpPr/>
          <p:nvPr/>
        </p:nvCxnSpPr>
        <p:spPr>
          <a:xfrm flipV="1">
            <a:off x="6873940" y="3325814"/>
            <a:ext cx="11146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utoShape 6">
            <a:extLst>
              <a:ext uri="{FF2B5EF4-FFF2-40B4-BE49-F238E27FC236}">
                <a16:creationId xmlns:a16="http://schemas.microsoft.com/office/drawing/2014/main" id="{0B7E5271-9C40-4DC2-6F4F-DE38BDE562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36430" y="74408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0A5DEDE-405C-A2F1-EFC8-0A95B20686A1}"/>
              </a:ext>
            </a:extLst>
          </p:cNvPr>
          <p:cNvSpPr/>
          <p:nvPr/>
        </p:nvSpPr>
        <p:spPr>
          <a:xfrm>
            <a:off x="3070549" y="6900766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IF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13B6CAC-7293-3E14-E7C1-521A1CAF3D77}"/>
              </a:ext>
            </a:extLst>
          </p:cNvPr>
          <p:cNvSpPr/>
          <p:nvPr/>
        </p:nvSpPr>
        <p:spPr>
          <a:xfrm>
            <a:off x="5556770" y="6900765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ID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BA41230-A522-D7B1-9E5C-E4F5133C5811}"/>
              </a:ext>
            </a:extLst>
          </p:cNvPr>
          <p:cNvSpPr/>
          <p:nvPr/>
        </p:nvSpPr>
        <p:spPr>
          <a:xfrm>
            <a:off x="8042992" y="6900768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EX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1BAFBEF-0CA0-827F-D39E-92FD6416B2EB}"/>
              </a:ext>
            </a:extLst>
          </p:cNvPr>
          <p:cNvSpPr/>
          <p:nvPr/>
        </p:nvSpPr>
        <p:spPr>
          <a:xfrm>
            <a:off x="10481392" y="6948094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MEM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49C1711-4740-E4C6-C11B-C312A1F28F11}"/>
              </a:ext>
            </a:extLst>
          </p:cNvPr>
          <p:cNvSpPr/>
          <p:nvPr/>
        </p:nvSpPr>
        <p:spPr>
          <a:xfrm>
            <a:off x="12919792" y="6900765"/>
            <a:ext cx="1371600" cy="1124339"/>
          </a:xfrm>
          <a:prstGeom prst="roundRect">
            <a:avLst/>
          </a:prstGeom>
          <a:solidFill>
            <a:srgbClr val="541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latin typeface="Agency FB" panose="020B0503020202020204" pitchFamily="34" charset="0"/>
              </a:rPr>
              <a:t>WB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FF84D11-D7E3-8FDF-8184-8B4352EDCA04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4442149" y="7462935"/>
            <a:ext cx="1114621" cy="1"/>
          </a:xfrm>
          <a:prstGeom prst="straightConnector1">
            <a:avLst/>
          </a:prstGeom>
          <a:ln>
            <a:solidFill>
              <a:srgbClr val="5413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F8079ADF-D219-3311-2388-C2E5CBFF0308}"/>
              </a:ext>
            </a:extLst>
          </p:cNvPr>
          <p:cNvCxnSpPr/>
          <p:nvPr/>
        </p:nvCxnSpPr>
        <p:spPr>
          <a:xfrm flipV="1">
            <a:off x="6928370" y="7446501"/>
            <a:ext cx="1114621" cy="1"/>
          </a:xfrm>
          <a:prstGeom prst="straightConnector1">
            <a:avLst/>
          </a:prstGeom>
          <a:ln>
            <a:solidFill>
              <a:srgbClr val="5413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D9CA685D-8E8A-268F-34BB-E49FA4ED3EBB}"/>
              </a:ext>
            </a:extLst>
          </p:cNvPr>
          <p:cNvCxnSpPr/>
          <p:nvPr/>
        </p:nvCxnSpPr>
        <p:spPr>
          <a:xfrm flipV="1">
            <a:off x="11829082" y="7509038"/>
            <a:ext cx="1114621" cy="1"/>
          </a:xfrm>
          <a:prstGeom prst="straightConnector1">
            <a:avLst/>
          </a:prstGeom>
          <a:ln>
            <a:solidFill>
              <a:srgbClr val="5413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1F953C03-4A17-9950-6B4C-DD6C7DEE29DE}"/>
              </a:ext>
            </a:extLst>
          </p:cNvPr>
          <p:cNvCxnSpPr/>
          <p:nvPr/>
        </p:nvCxnSpPr>
        <p:spPr>
          <a:xfrm flipV="1">
            <a:off x="9366770" y="7490046"/>
            <a:ext cx="1114621" cy="1"/>
          </a:xfrm>
          <a:prstGeom prst="straightConnector1">
            <a:avLst/>
          </a:prstGeom>
          <a:ln>
            <a:solidFill>
              <a:srgbClr val="5413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8EDDB40-CA7B-5463-D0F1-2FA401A95467}"/>
              </a:ext>
            </a:extLst>
          </p:cNvPr>
          <p:cNvSpPr/>
          <p:nvPr/>
        </p:nvSpPr>
        <p:spPr>
          <a:xfrm>
            <a:off x="553811" y="4042648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FETCH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B4CFF7A-8D98-723A-6732-5F4C4627EB87}"/>
              </a:ext>
            </a:extLst>
          </p:cNvPr>
          <p:cNvSpPr/>
          <p:nvPr/>
        </p:nvSpPr>
        <p:spPr>
          <a:xfrm>
            <a:off x="3032060" y="4046979"/>
            <a:ext cx="1433417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DECODE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16A4BA06-BC60-A2F2-4264-5678C3175781}"/>
              </a:ext>
            </a:extLst>
          </p:cNvPr>
          <p:cNvSpPr/>
          <p:nvPr/>
        </p:nvSpPr>
        <p:spPr>
          <a:xfrm>
            <a:off x="5556770" y="4058147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EXECUTION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D39A2494-C478-FD57-BDFF-A2D7EC16288D}"/>
              </a:ext>
            </a:extLst>
          </p:cNvPr>
          <p:cNvSpPr/>
          <p:nvPr/>
        </p:nvSpPr>
        <p:spPr>
          <a:xfrm>
            <a:off x="7964652" y="4058147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MEMORY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A0AF4AC8-9A69-F09D-9F8F-BC20EBC03EE1}"/>
              </a:ext>
            </a:extLst>
          </p:cNvPr>
          <p:cNvSpPr/>
          <p:nvPr/>
        </p:nvSpPr>
        <p:spPr>
          <a:xfrm>
            <a:off x="10442902" y="4042649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WRITE BACK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68A7BC6-4A43-8F05-E342-3079F9D78A55}"/>
              </a:ext>
            </a:extLst>
          </p:cNvPr>
          <p:cNvSpPr/>
          <p:nvPr/>
        </p:nvSpPr>
        <p:spPr>
          <a:xfrm>
            <a:off x="553811" y="4042648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FETCH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581C955-47DB-A0A9-1F80-4CDF554F89B1}"/>
              </a:ext>
            </a:extLst>
          </p:cNvPr>
          <p:cNvSpPr/>
          <p:nvPr/>
        </p:nvSpPr>
        <p:spPr>
          <a:xfrm>
            <a:off x="3000570" y="4042648"/>
            <a:ext cx="147307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DECODE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65E0357-DC47-1829-ECEF-B3A883DEFBB5}"/>
              </a:ext>
            </a:extLst>
          </p:cNvPr>
          <p:cNvSpPr/>
          <p:nvPr/>
        </p:nvSpPr>
        <p:spPr>
          <a:xfrm>
            <a:off x="5572128" y="4051024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EXECUTION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DC4B0AB-904C-AECF-580E-76A7E496340B}"/>
              </a:ext>
            </a:extLst>
          </p:cNvPr>
          <p:cNvSpPr/>
          <p:nvPr/>
        </p:nvSpPr>
        <p:spPr>
          <a:xfrm>
            <a:off x="7980010" y="4051024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MEMORY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0D2E0EDD-A308-F79D-EC35-653455A2660B}"/>
              </a:ext>
            </a:extLst>
          </p:cNvPr>
          <p:cNvSpPr/>
          <p:nvPr/>
        </p:nvSpPr>
        <p:spPr>
          <a:xfrm>
            <a:off x="10458260" y="4035526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WRITE BACK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DCE04E9-8A7A-7ABA-6D45-4615070AAB77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7309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BCD0D-A688-9359-8700-10EB5578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A2677D7D-DBBF-4B6E-8F09-25DF52757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20964E18-3AAA-3095-914E-0DB384FBD054}"/>
              </a:ext>
            </a:extLst>
          </p:cNvPr>
          <p:cNvSpPr/>
          <p:nvPr/>
        </p:nvSpPr>
        <p:spPr>
          <a:xfrm>
            <a:off x="0" y="-2437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A4DB293-77E3-A671-4FEA-FFA6A24F92FE}"/>
              </a:ext>
            </a:extLst>
          </p:cNvPr>
          <p:cNvSpPr/>
          <p:nvPr/>
        </p:nvSpPr>
        <p:spPr>
          <a:xfrm>
            <a:off x="88365" y="-2436"/>
            <a:ext cx="2879553" cy="1103448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20D999-3172-0663-B99E-F8A7C92A8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6090" y="-138842"/>
            <a:ext cx="3691136" cy="1239854"/>
          </a:xfrm>
          <a:noFill/>
        </p:spPr>
        <p:txBody>
          <a:bodyPr>
            <a:noAutofit/>
          </a:bodyPr>
          <a:lstStyle/>
          <a:p>
            <a:r>
              <a:rPr lang="pt-BR" sz="6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89E091D5-A257-5345-7A18-4FEA262BDD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699DF0B-0BC2-0D0E-0A4B-EDC9840004B4}"/>
              </a:ext>
            </a:extLst>
          </p:cNvPr>
          <p:cNvSpPr/>
          <p:nvPr/>
        </p:nvSpPr>
        <p:spPr>
          <a:xfrm>
            <a:off x="4538053" y="0"/>
            <a:ext cx="3420699" cy="1239854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É ?</a:t>
            </a: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F8C2F456-5FE1-3A74-DE13-57006B96B55E}"/>
              </a:ext>
            </a:extLst>
          </p:cNvPr>
          <p:cNvGrpSpPr/>
          <p:nvPr/>
        </p:nvGrpSpPr>
        <p:grpSpPr>
          <a:xfrm>
            <a:off x="590939" y="2678219"/>
            <a:ext cx="11010122" cy="2088671"/>
            <a:chOff x="0" y="2678219"/>
            <a:chExt cx="13868400" cy="2758359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C62550DE-E3CB-55B9-6910-A2D10566E568}"/>
                </a:ext>
              </a:extLst>
            </p:cNvPr>
            <p:cNvSpPr/>
            <p:nvPr/>
          </p:nvSpPr>
          <p:spPr>
            <a:xfrm>
              <a:off x="0" y="2678220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IF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5669C8F-6A44-CD7B-F17A-0E8C67AEA634}"/>
                </a:ext>
              </a:extLst>
            </p:cNvPr>
            <p:cNvSpPr/>
            <p:nvPr/>
          </p:nvSpPr>
          <p:spPr>
            <a:xfrm>
              <a:off x="2486221" y="2678219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ID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BA41F946-BC24-5254-D95B-A668FD649493}"/>
                </a:ext>
              </a:extLst>
            </p:cNvPr>
            <p:cNvSpPr/>
            <p:nvPr/>
          </p:nvSpPr>
          <p:spPr>
            <a:xfrm>
              <a:off x="4972443" y="2678222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EX</a:t>
              </a: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7031C020-69F1-8942-6D9F-1D811C384780}"/>
                </a:ext>
              </a:extLst>
            </p:cNvPr>
            <p:cNvSpPr/>
            <p:nvPr/>
          </p:nvSpPr>
          <p:spPr>
            <a:xfrm>
              <a:off x="7410843" y="2725548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5400">
                  <a:latin typeface="Agency FB" panose="020B0503020202020204" pitchFamily="34" charset="0"/>
                </a:rPr>
                <a:t>MEM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BA57222-1500-B89B-854E-07372C5AFF31}"/>
                </a:ext>
              </a:extLst>
            </p:cNvPr>
            <p:cNvSpPr/>
            <p:nvPr/>
          </p:nvSpPr>
          <p:spPr>
            <a:xfrm>
              <a:off x="9849243" y="2678219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WB</a:t>
              </a:r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28D18ED7-9332-FB8E-0325-6D0DEACDA5AC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1532935" y="3180116"/>
              <a:ext cx="95328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81872CBD-DCE4-FC58-4443-D64780F46396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4019156" y="3180116"/>
              <a:ext cx="1084394" cy="438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E2F78D3-124E-813E-7A2D-7A9001062E40}"/>
                </a:ext>
              </a:extLst>
            </p:cNvPr>
            <p:cNvCxnSpPr>
              <a:cxnSpLocks/>
            </p:cNvCxnSpPr>
            <p:nvPr/>
          </p:nvCxnSpPr>
          <p:spPr>
            <a:xfrm>
              <a:off x="8943778" y="3286493"/>
              <a:ext cx="10604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C96729EF-5BC1-B2CD-1D24-5D9DE9983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5378" y="3267501"/>
              <a:ext cx="1036573" cy="18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utoShape 6">
              <a:extLst>
                <a:ext uri="{FF2B5EF4-FFF2-40B4-BE49-F238E27FC236}">
                  <a16:creationId xmlns:a16="http://schemas.microsoft.com/office/drawing/2014/main" id="{92BD55D2-D39C-8286-30D4-547B3E97A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52103" y="4742079"/>
              <a:ext cx="340652" cy="340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489A160-7AFB-76DF-02F6-080FDFC0410C}"/>
                </a:ext>
              </a:extLst>
            </p:cNvPr>
            <p:cNvSpPr/>
            <p:nvPr/>
          </p:nvSpPr>
          <p:spPr>
            <a:xfrm>
              <a:off x="2486221" y="4385454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IF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BD945F66-D28C-7E1D-E458-21D2055E5883}"/>
                </a:ext>
              </a:extLst>
            </p:cNvPr>
            <p:cNvSpPr/>
            <p:nvPr/>
          </p:nvSpPr>
          <p:spPr>
            <a:xfrm>
              <a:off x="4972443" y="4385455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ID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12A61330-CED7-E35C-FC89-6B61C5135C7A}"/>
                </a:ext>
              </a:extLst>
            </p:cNvPr>
            <p:cNvSpPr/>
            <p:nvPr/>
          </p:nvSpPr>
          <p:spPr>
            <a:xfrm>
              <a:off x="7458665" y="4385458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EX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E90C197-89C3-F748-8DFF-B997E334B2C7}"/>
                </a:ext>
              </a:extLst>
            </p:cNvPr>
            <p:cNvSpPr/>
            <p:nvPr/>
          </p:nvSpPr>
          <p:spPr>
            <a:xfrm>
              <a:off x="9897065" y="4432784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5400">
                  <a:latin typeface="Agency FB" panose="020B0503020202020204" pitchFamily="34" charset="0"/>
                </a:rPr>
                <a:t>MEM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DA90A186-ACE4-42BD-5CA5-200143836B3D}"/>
                </a:ext>
              </a:extLst>
            </p:cNvPr>
            <p:cNvSpPr/>
            <p:nvPr/>
          </p:nvSpPr>
          <p:spPr>
            <a:xfrm>
              <a:off x="12335465" y="4385455"/>
              <a:ext cx="1532935" cy="1003794"/>
            </a:xfrm>
            <a:prstGeom prst="roundRect">
              <a:avLst/>
            </a:prstGeom>
            <a:solidFill>
              <a:srgbClr val="5413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0">
                  <a:latin typeface="Agency FB" panose="020B0503020202020204" pitchFamily="34" charset="0"/>
                </a:rPr>
                <a:t>WB</a:t>
              </a:r>
            </a:p>
          </p:txBody>
        </p: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FCF57B68-ABB4-E14C-B55E-A5F047FF2F6E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4019156" y="4887351"/>
              <a:ext cx="953286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CFD2838C-75DC-3B76-24A2-795ADE42E71B}"/>
                </a:ext>
              </a:extLst>
            </p:cNvPr>
            <p:cNvCxnSpPr/>
            <p:nvPr/>
          </p:nvCxnSpPr>
          <p:spPr>
            <a:xfrm>
              <a:off x="6344043" y="4931192"/>
              <a:ext cx="12457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C9FD4DA5-7ABA-62AA-F9B8-C9A3389482C4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00" y="4993729"/>
              <a:ext cx="10604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378058B9-F6F9-BBDC-F923-384E94192CA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974737"/>
              <a:ext cx="103657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07DA1F06-AEDB-B38F-0E6B-C4654E715C0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173248" y="3438307"/>
            <a:ext cx="1" cy="569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6FD9E8F3-60E0-86AA-EFE6-C29442E8D558}"/>
              </a:ext>
            </a:extLst>
          </p:cNvPr>
          <p:cNvSpPr/>
          <p:nvPr/>
        </p:nvSpPr>
        <p:spPr>
          <a:xfrm>
            <a:off x="590939" y="2167703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FETCH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3D4FBACD-A37D-E401-F218-9D8DFAA54C15}"/>
              </a:ext>
            </a:extLst>
          </p:cNvPr>
          <p:cNvSpPr/>
          <p:nvPr/>
        </p:nvSpPr>
        <p:spPr>
          <a:xfrm>
            <a:off x="2589245" y="2175453"/>
            <a:ext cx="1435677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DECODE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1F8C1AB-A69B-012D-42D7-E0926968363E}"/>
              </a:ext>
            </a:extLst>
          </p:cNvPr>
          <p:cNvSpPr/>
          <p:nvPr/>
        </p:nvSpPr>
        <p:spPr>
          <a:xfrm>
            <a:off x="4497360" y="2153534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EXECUTION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3C5A46B6-474A-49FB-E9A4-2BC823BECCB4}"/>
              </a:ext>
            </a:extLst>
          </p:cNvPr>
          <p:cNvSpPr/>
          <p:nvPr/>
        </p:nvSpPr>
        <p:spPr>
          <a:xfrm>
            <a:off x="6435071" y="2162544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MEMORY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3F09FA10-D708-5804-E6A7-5C85A115D23A}"/>
              </a:ext>
            </a:extLst>
          </p:cNvPr>
          <p:cNvSpPr/>
          <p:nvPr/>
        </p:nvSpPr>
        <p:spPr>
          <a:xfrm>
            <a:off x="8410252" y="2110168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WRITE BACK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A181B6C1-9AD7-2776-AD49-DBA1D8D5AFE4}"/>
              </a:ext>
            </a:extLst>
          </p:cNvPr>
          <p:cNvSpPr/>
          <p:nvPr/>
        </p:nvSpPr>
        <p:spPr>
          <a:xfrm>
            <a:off x="2564750" y="4917533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FETCH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D9797C6-3600-512B-9465-ADD3DE42DB39}"/>
              </a:ext>
            </a:extLst>
          </p:cNvPr>
          <p:cNvSpPr/>
          <p:nvPr/>
        </p:nvSpPr>
        <p:spPr>
          <a:xfrm>
            <a:off x="4538052" y="4917533"/>
            <a:ext cx="1491234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INSTRUCTION DECODE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35358FF6-84BE-054A-BE85-DCD25570CCD8}"/>
              </a:ext>
            </a:extLst>
          </p:cNvPr>
          <p:cNvSpPr/>
          <p:nvPr/>
        </p:nvSpPr>
        <p:spPr>
          <a:xfrm>
            <a:off x="6511356" y="4933032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EXECUTION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FB4D229-69B2-198D-B76F-5A8AD8E8AE4B}"/>
              </a:ext>
            </a:extLst>
          </p:cNvPr>
          <p:cNvSpPr/>
          <p:nvPr/>
        </p:nvSpPr>
        <p:spPr>
          <a:xfrm>
            <a:off x="8365026" y="4921000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MEMORY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05766DB6-B089-5293-3768-49C0AF5216CF}"/>
              </a:ext>
            </a:extLst>
          </p:cNvPr>
          <p:cNvSpPr/>
          <p:nvPr/>
        </p:nvSpPr>
        <p:spPr>
          <a:xfrm>
            <a:off x="10306762" y="4948991"/>
            <a:ext cx="1371600" cy="355673"/>
          </a:xfrm>
          <a:prstGeom prst="roundRect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latin typeface="Agency FB" panose="020B0503020202020204" pitchFamily="34" charset="0"/>
              </a:rPr>
              <a:t>WRITE BACK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C901679-EBBD-7739-5A69-41028F9C013B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8593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9F71-F5CB-38AE-8283-DB87FF9D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6B2CB53F-D18B-60CE-6C58-D870C59A4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6592DACE-FD2F-D69A-E9F3-75A229E604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0930014E-A5BF-9C78-BCB9-4B869BAB30D0}"/>
              </a:ext>
            </a:extLst>
          </p:cNvPr>
          <p:cNvSpPr/>
          <p:nvPr/>
        </p:nvSpPr>
        <p:spPr>
          <a:xfrm>
            <a:off x="3293382" y="0"/>
            <a:ext cx="5681639" cy="1520981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3F4380-5FE4-18C7-3412-D7FB22FFB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436" y="106191"/>
            <a:ext cx="6571127" cy="1520981"/>
          </a:xfrm>
          <a:noFill/>
        </p:spPr>
        <p:txBody>
          <a:bodyPr>
            <a:noAutofit/>
          </a:bodyPr>
          <a:lstStyle/>
          <a:p>
            <a:r>
              <a:rPr lang="pt-BR" sz="120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37CD5005-6D03-1E64-7224-BCF462BEC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661120D-4F72-75EF-9E4F-08E5DB05993D}"/>
              </a:ext>
            </a:extLst>
          </p:cNvPr>
          <p:cNvSpPr/>
          <p:nvPr/>
        </p:nvSpPr>
        <p:spPr>
          <a:xfrm>
            <a:off x="3643881" y="2839782"/>
            <a:ext cx="5209038" cy="1178435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SÃO HAZARDS?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4D04B81-3CC6-85B1-08D6-1E79E8F8C811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881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F6E86-B89E-CD0C-20D6-23F45177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B8BB1E62-4C38-30ED-D0D3-B068E26B1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71F61CCA-E06E-73FB-D1EE-425FFBDE1D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4165DDE9-A3F5-FD8F-7E33-C812AC35D534}"/>
              </a:ext>
            </a:extLst>
          </p:cNvPr>
          <p:cNvSpPr/>
          <p:nvPr/>
        </p:nvSpPr>
        <p:spPr>
          <a:xfrm>
            <a:off x="-30385" y="0"/>
            <a:ext cx="3144777" cy="1059255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5D4B2D-2A87-95B3-7BC5-D959DEFD0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965" y="0"/>
            <a:ext cx="3133164" cy="1059256"/>
          </a:xfrm>
          <a:noFill/>
        </p:spPr>
        <p:txBody>
          <a:bodyPr>
            <a:noAutofit/>
          </a:bodyPr>
          <a:lstStyle/>
          <a:p>
            <a:r>
              <a:rPr lang="pt-BR" sz="6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48D2F368-D2B6-3D5A-B7F1-6846E322E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D2D71EC-2614-2EE8-B1E4-0AC6F08EE3DF}"/>
              </a:ext>
            </a:extLst>
          </p:cNvPr>
          <p:cNvSpPr/>
          <p:nvPr/>
        </p:nvSpPr>
        <p:spPr>
          <a:xfrm>
            <a:off x="1703147" y="2687382"/>
            <a:ext cx="8785704" cy="1178435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>
                <a:latin typeface="Agency FB" panose="020B0503020202020204" pitchFamily="34" charset="0"/>
              </a:rPr>
              <a:t>HAZARDS SÃO SITUAÇÕES QUE CAUSAM STALLS(ATRASOS) NO FUNCIONAMENTO DAS INSTRUÇÕES 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5F1C023-A752-7941-DB85-BE9CAD86F681}"/>
              </a:ext>
            </a:extLst>
          </p:cNvPr>
          <p:cNvSpPr/>
          <p:nvPr/>
        </p:nvSpPr>
        <p:spPr>
          <a:xfrm>
            <a:off x="3893765" y="0"/>
            <a:ext cx="4996738" cy="1059255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SÃO HAZARDS?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25A89BC-D1FB-42BC-5C20-B1E4723F9ED1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1272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C3D4-871F-FB12-F569-655B1E51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73C2069B-B7FD-ED65-A825-FEB044B4E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E49AD489-F2E6-F37A-FC65-67EA7D0A5B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AE381FF9-8AFA-E3CA-19AF-F123BC2D0E13}"/>
              </a:ext>
            </a:extLst>
          </p:cNvPr>
          <p:cNvSpPr/>
          <p:nvPr/>
        </p:nvSpPr>
        <p:spPr>
          <a:xfrm>
            <a:off x="1" y="1"/>
            <a:ext cx="3035928" cy="1059254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E03E82-C8DF-A2F7-C7A7-488F3A5EE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723" y="40262"/>
            <a:ext cx="2594483" cy="1029643"/>
          </a:xfrm>
          <a:noFill/>
        </p:spPr>
        <p:txBody>
          <a:bodyPr>
            <a:noAutofit/>
          </a:bodyPr>
          <a:lstStyle/>
          <a:p>
            <a:r>
              <a:rPr lang="pt-BR" sz="6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A26012FE-9083-087B-789E-BC61C29F93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29E80E6-AA9A-7DA9-BE64-8A1650946B3C}"/>
              </a:ext>
            </a:extLst>
          </p:cNvPr>
          <p:cNvSpPr/>
          <p:nvPr/>
        </p:nvSpPr>
        <p:spPr>
          <a:xfrm>
            <a:off x="8790915" y="2687382"/>
            <a:ext cx="2510830" cy="2799018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>
                <a:latin typeface="Agency FB" panose="020B0503020202020204" pitchFamily="34" charset="0"/>
              </a:rPr>
              <a:t>OCORREM QUANDO DUAS INSTRUÇÕES COMPETEM PELO MESMO RECURSO DE HARDWARE AO MESMO TEMPO.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270C37B-9E6E-804E-44E1-3E3BFD4642AE}"/>
              </a:ext>
            </a:extLst>
          </p:cNvPr>
          <p:cNvSpPr/>
          <p:nvPr/>
        </p:nvSpPr>
        <p:spPr>
          <a:xfrm>
            <a:off x="4658006" y="2687382"/>
            <a:ext cx="2510830" cy="2799018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>
                <a:latin typeface="Agency FB" panose="020B0503020202020204" pitchFamily="34" charset="0"/>
              </a:rPr>
              <a:t>ACONTECEM COM INSTRUÇÕES QUE ALTERAM O FLUXO, COMO BRANCHES (DESVIOS).</a:t>
            </a:r>
            <a:br>
              <a:rPr lang="pt-BR" sz="2000">
                <a:latin typeface="Agency FB" panose="020B0503020202020204" pitchFamily="34" charset="0"/>
              </a:rPr>
            </a:br>
            <a:r>
              <a:rPr lang="pt-BR" sz="2000">
                <a:latin typeface="Agency FB" panose="020B0503020202020204" pitchFamily="34" charset="0"/>
              </a:rPr>
              <a:t>O PIPELINE NÃO SABE QUAL CAMINHO SEGUIR ATÉ QUE O BRANCH SEJA RESOLVIDO.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AEAB6BA-A241-DDB7-2968-5BEB58582AD6}"/>
              </a:ext>
            </a:extLst>
          </p:cNvPr>
          <p:cNvSpPr/>
          <p:nvPr/>
        </p:nvSpPr>
        <p:spPr>
          <a:xfrm>
            <a:off x="525098" y="2687382"/>
            <a:ext cx="2510830" cy="2799018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>
                <a:latin typeface="Agency FB" panose="020B0503020202020204" pitchFamily="34" charset="0"/>
              </a:rPr>
              <a:t>QUANDO UMA INSTRUÇÃO DEPENDE DO RESULTADO DE OUTRA INSTRUÇÃO ANTERIOR QUE AINDA NÃO ESTÁ DISPONÍVEL NO PIPELINE</a:t>
            </a:r>
            <a:r>
              <a:rPr lang="pt-BR" sz="2000"/>
              <a:t>.</a:t>
            </a:r>
            <a:r>
              <a:rPr lang="pt-BR" sz="2000">
                <a:latin typeface="Agency FB" panose="020B0503020202020204" pitchFamily="34" charset="0"/>
              </a:rPr>
              <a:t>				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9DE9EB7-A3A4-B673-D509-C87D58304D64}"/>
              </a:ext>
            </a:extLst>
          </p:cNvPr>
          <p:cNvSpPr/>
          <p:nvPr/>
        </p:nvSpPr>
        <p:spPr>
          <a:xfrm>
            <a:off x="605734" y="2110199"/>
            <a:ext cx="2285338" cy="404720"/>
          </a:xfrm>
          <a:prstGeom prst="roundRect">
            <a:avLst/>
          </a:prstGeom>
          <a:solidFill>
            <a:srgbClr val="881FB7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>
                <a:latin typeface="Agency FB" panose="020B0503020202020204" pitchFamily="34" charset="0"/>
              </a:rPr>
              <a:t>HAZARD DE DADOS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264C39B-65C6-C3FE-9978-E42292003589}"/>
              </a:ext>
            </a:extLst>
          </p:cNvPr>
          <p:cNvSpPr/>
          <p:nvPr/>
        </p:nvSpPr>
        <p:spPr>
          <a:xfrm>
            <a:off x="4658006" y="2110199"/>
            <a:ext cx="2436286" cy="404720"/>
          </a:xfrm>
          <a:prstGeom prst="roundRect">
            <a:avLst/>
          </a:prstGeom>
          <a:solidFill>
            <a:srgbClr val="881FB7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>
                <a:latin typeface="Agency FB" panose="020B0503020202020204" pitchFamily="34" charset="0"/>
              </a:rPr>
              <a:t>HAZARD DE CONTROLE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B92A574-506B-06B1-7755-CD9C8496D23A}"/>
              </a:ext>
            </a:extLst>
          </p:cNvPr>
          <p:cNvSpPr/>
          <p:nvPr/>
        </p:nvSpPr>
        <p:spPr>
          <a:xfrm>
            <a:off x="8747636" y="2110199"/>
            <a:ext cx="2436286" cy="404720"/>
          </a:xfrm>
          <a:prstGeom prst="roundRect">
            <a:avLst/>
          </a:prstGeom>
          <a:solidFill>
            <a:srgbClr val="881FB7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>
                <a:latin typeface="Agency FB" panose="020B0503020202020204" pitchFamily="34" charset="0"/>
              </a:rPr>
              <a:t>HAZARD ESTRUTURAL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63B78FB-75B4-F228-4DEE-F365B17AC5EE}"/>
              </a:ext>
            </a:extLst>
          </p:cNvPr>
          <p:cNvSpPr/>
          <p:nvPr/>
        </p:nvSpPr>
        <p:spPr>
          <a:xfrm>
            <a:off x="3863588" y="0"/>
            <a:ext cx="4996738" cy="1059255"/>
          </a:xfrm>
          <a:prstGeom prst="roundRect">
            <a:avLst/>
          </a:prstGeom>
          <a:solidFill>
            <a:srgbClr val="541371"/>
          </a:solidFill>
          <a:ln>
            <a:solidFill>
              <a:srgbClr val="541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latin typeface="Agency FB" panose="020B0503020202020204" pitchFamily="34" charset="0"/>
              </a:rPr>
              <a:t>O QUE SÃO HAZARDS?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360D08E-9F9A-739D-D7A1-D90DCBD14652}"/>
              </a:ext>
            </a:extLst>
          </p:cNvPr>
          <p:cNvSpPr/>
          <p:nvPr/>
        </p:nvSpPr>
        <p:spPr>
          <a:xfrm>
            <a:off x="11479794" y="117695"/>
            <a:ext cx="525101" cy="497940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6951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2A97-5DD8-7F0A-ED1F-0FEEDAA7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725FC02C-A39B-B486-4D58-6E07D493F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5FD57818-D291-A963-6E89-51A120FDD6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B31CBEB3-5F1C-8E0F-75ED-7F29278F7E6A}"/>
              </a:ext>
            </a:extLst>
          </p:cNvPr>
          <p:cNvSpPr/>
          <p:nvPr/>
        </p:nvSpPr>
        <p:spPr>
          <a:xfrm>
            <a:off x="3720974" y="1"/>
            <a:ext cx="4390931" cy="1149790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37D774-6526-A6CD-3243-ABCC3A362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100" y="-185595"/>
            <a:ext cx="6571127" cy="1520981"/>
          </a:xfrm>
          <a:noFill/>
        </p:spPr>
        <p:txBody>
          <a:bodyPr>
            <a:noAutofit/>
          </a:bodyPr>
          <a:lstStyle/>
          <a:p>
            <a:r>
              <a:rPr lang="pt-BR" sz="9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3F35F048-6C04-D33F-3634-4D9359D6BA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8D4010C-0BA5-05FB-EBFD-91B9823A8CEE}"/>
              </a:ext>
            </a:extLst>
          </p:cNvPr>
          <p:cNvSpPr/>
          <p:nvPr/>
        </p:nvSpPr>
        <p:spPr>
          <a:xfrm>
            <a:off x="852551" y="1355740"/>
            <a:ext cx="10038880" cy="52699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4ED5BE-8108-4C9B-A75B-BF782A977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395" y="1477031"/>
            <a:ext cx="9603494" cy="515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381AB90-04B9-D3DD-B721-AEBF19C33B21}"/>
              </a:ext>
            </a:extLst>
          </p:cNvPr>
          <p:cNvSpPr/>
          <p:nvPr/>
        </p:nvSpPr>
        <p:spPr>
          <a:xfrm>
            <a:off x="11479794" y="117694"/>
            <a:ext cx="633743" cy="597529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58278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A3AD-0290-2294-E035-B471ACC5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3FAED7DB-2BC0-42AB-A37E-BE50BD27B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678484F3-4F2E-C863-A4A4-A701197A0D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838E37D4-4EF3-45B6-5CDA-7B6EB6D97EA8}"/>
              </a:ext>
            </a:extLst>
          </p:cNvPr>
          <p:cNvSpPr/>
          <p:nvPr/>
        </p:nvSpPr>
        <p:spPr>
          <a:xfrm>
            <a:off x="3720974" y="1"/>
            <a:ext cx="4390931" cy="1149790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E61A14-5082-9117-6C5C-CDFBAD66B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100" y="-185595"/>
            <a:ext cx="6571127" cy="1520981"/>
          </a:xfrm>
          <a:noFill/>
        </p:spPr>
        <p:txBody>
          <a:bodyPr>
            <a:noAutofit/>
          </a:bodyPr>
          <a:lstStyle/>
          <a:p>
            <a:r>
              <a:rPr lang="pt-BR" sz="9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B0B3ABD7-2EAE-E0A2-2C07-AE5573E7C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E978BBB-DC4A-B4B4-43B4-083F6B8FA7F0}"/>
              </a:ext>
            </a:extLst>
          </p:cNvPr>
          <p:cNvSpPr/>
          <p:nvPr/>
        </p:nvSpPr>
        <p:spPr>
          <a:xfrm>
            <a:off x="916815" y="1332790"/>
            <a:ext cx="10052652" cy="50129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C98AE5-817D-2CB5-D31E-663D2ACEF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114" y="1402923"/>
            <a:ext cx="8818543" cy="473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B85A94B8-B093-01C0-1D9D-0F773231CEC4}"/>
              </a:ext>
            </a:extLst>
          </p:cNvPr>
          <p:cNvSpPr/>
          <p:nvPr/>
        </p:nvSpPr>
        <p:spPr>
          <a:xfrm>
            <a:off x="11479794" y="117694"/>
            <a:ext cx="633743" cy="597529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53508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D9C4E-E56A-5A2E-C6E1-77F83715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86CD98A0-057B-5269-2EFA-17FAD806F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7AB12A35-D9DD-8808-E60F-9D1C879257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F3E179F5-D19B-89FD-FD74-262AB7338822}"/>
              </a:ext>
            </a:extLst>
          </p:cNvPr>
          <p:cNvSpPr/>
          <p:nvPr/>
        </p:nvSpPr>
        <p:spPr>
          <a:xfrm>
            <a:off x="3720974" y="1"/>
            <a:ext cx="4390931" cy="1149790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1C7299-978C-1A19-8522-116371271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100" y="-185595"/>
            <a:ext cx="6571127" cy="1520981"/>
          </a:xfrm>
          <a:noFill/>
        </p:spPr>
        <p:txBody>
          <a:bodyPr>
            <a:noAutofit/>
          </a:bodyPr>
          <a:lstStyle/>
          <a:p>
            <a:r>
              <a:rPr lang="pt-BR" sz="9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2CD338CC-CD3C-268C-EFDB-CA71A15E4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5EAC31C-4028-B244-6EEE-87BEA20D2C78}"/>
              </a:ext>
            </a:extLst>
          </p:cNvPr>
          <p:cNvSpPr/>
          <p:nvPr/>
        </p:nvSpPr>
        <p:spPr>
          <a:xfrm>
            <a:off x="1114201" y="1387874"/>
            <a:ext cx="9956254" cy="488440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B81288-436C-4B54-B5B0-15C52DAF0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739" y="1500197"/>
            <a:ext cx="8896579" cy="477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0F16C4CF-2F86-85F8-F1CB-CE41E12C4BF9}"/>
              </a:ext>
            </a:extLst>
          </p:cNvPr>
          <p:cNvSpPr/>
          <p:nvPr/>
        </p:nvSpPr>
        <p:spPr>
          <a:xfrm>
            <a:off x="11479794" y="117694"/>
            <a:ext cx="633743" cy="597529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8355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EA65-2D24-0A83-4D79-D37FB157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ircuito de tecnologia azul e roxo | Foto Premium">
            <a:extLst>
              <a:ext uri="{FF2B5EF4-FFF2-40B4-BE49-F238E27FC236}">
                <a16:creationId xmlns:a16="http://schemas.microsoft.com/office/drawing/2014/main" id="{CB1A1567-FC88-1FD1-EDED-39A60FA36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Retângulo 89">
            <a:extLst>
              <a:ext uri="{FF2B5EF4-FFF2-40B4-BE49-F238E27FC236}">
                <a16:creationId xmlns:a16="http://schemas.microsoft.com/office/drawing/2014/main" id="{802D4C32-F0E6-FDAA-FEFD-74C830FCC6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8AAEDF72-36A5-8E16-0D54-F366F714DC2B}"/>
              </a:ext>
            </a:extLst>
          </p:cNvPr>
          <p:cNvSpPr/>
          <p:nvPr/>
        </p:nvSpPr>
        <p:spPr>
          <a:xfrm>
            <a:off x="3720974" y="1"/>
            <a:ext cx="4390931" cy="1149790"/>
          </a:xfrm>
          <a:prstGeom prst="roundRect">
            <a:avLst/>
          </a:prstGeom>
          <a:solidFill>
            <a:srgbClr val="5413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413A5E-FA80-1BC8-83B2-A7C714A57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100" y="-185595"/>
            <a:ext cx="6571127" cy="1520981"/>
          </a:xfrm>
          <a:noFill/>
        </p:spPr>
        <p:txBody>
          <a:bodyPr>
            <a:noAutofit/>
          </a:bodyPr>
          <a:lstStyle/>
          <a:p>
            <a:r>
              <a:rPr lang="pt-BR" sz="9600">
                <a:latin typeface="Agency FB" panose="020F0502020204030204" pitchFamily="34" charset="0"/>
              </a:rPr>
              <a:t>PIPELINE</a:t>
            </a:r>
          </a:p>
        </p:txBody>
      </p:sp>
      <p:sp>
        <p:nvSpPr>
          <p:cNvPr id="83" name="AutoShape 6">
            <a:extLst>
              <a:ext uri="{FF2B5EF4-FFF2-40B4-BE49-F238E27FC236}">
                <a16:creationId xmlns:a16="http://schemas.microsoft.com/office/drawing/2014/main" id="{AF53B8E8-EF8D-FCAE-6B1B-4DFA7B650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B9B6448-882D-D2A1-92A5-E58E4996F4AD}"/>
              </a:ext>
            </a:extLst>
          </p:cNvPr>
          <p:cNvSpPr/>
          <p:nvPr/>
        </p:nvSpPr>
        <p:spPr>
          <a:xfrm>
            <a:off x="1160104" y="1420006"/>
            <a:ext cx="9869038" cy="49945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2F48CDF-1149-8EE0-24C3-0B3528094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247" y="1430465"/>
            <a:ext cx="8974615" cy="4812993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76A49174-DDE3-870E-764E-8B2211524F88}"/>
              </a:ext>
            </a:extLst>
          </p:cNvPr>
          <p:cNvSpPr/>
          <p:nvPr/>
        </p:nvSpPr>
        <p:spPr>
          <a:xfrm>
            <a:off x="11479794" y="117694"/>
            <a:ext cx="633743" cy="597529"/>
          </a:xfrm>
          <a:prstGeom prst="ellipse">
            <a:avLst/>
          </a:prstGeom>
          <a:solidFill>
            <a:srgbClr val="881F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>
                <a:latin typeface="Agency FB" panose="020B0503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4321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BF7670CD9F0C846A984A61690ABEBEE" ma:contentTypeVersion="6" ma:contentTypeDescription="Crie um novo documento." ma:contentTypeScope="" ma:versionID="f9432f967fad08e473f9d511b4932732">
  <xsd:schema xmlns:xsd="http://www.w3.org/2001/XMLSchema" xmlns:xs="http://www.w3.org/2001/XMLSchema" xmlns:p="http://schemas.microsoft.com/office/2006/metadata/properties" xmlns:ns3="18fff484-2f92-40b7-bd50-be6bae3dc6d3" targetNamespace="http://schemas.microsoft.com/office/2006/metadata/properties" ma:root="true" ma:fieldsID="223280a67a95f688830c946f1b589c09" ns3:_="">
    <xsd:import namespace="18fff484-2f92-40b7-bd50-be6bae3dc6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fff484-2f92-40b7-bd50-be6bae3dc6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8fff484-2f92-40b7-bd50-be6bae3dc6d3" xsi:nil="true"/>
  </documentManagement>
</p:properties>
</file>

<file path=customXml/itemProps1.xml><?xml version="1.0" encoding="utf-8"?>
<ds:datastoreItem xmlns:ds="http://schemas.openxmlformats.org/officeDocument/2006/customXml" ds:itemID="{7D21D313-052C-4932-A17F-9D691A4887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09A87B-C9D4-411A-8502-15D496C64E4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8fff484-2f92-40b7-bd50-be6bae3dc6d3"/>
  </ds:schemaRefs>
</ds:datastoreItem>
</file>

<file path=customXml/itemProps3.xml><?xml version="1.0" encoding="utf-8"?>
<ds:datastoreItem xmlns:ds="http://schemas.openxmlformats.org/officeDocument/2006/customXml" ds:itemID="{F3E17D29-31FD-490E-989D-85E933555588}">
  <ds:schemaRefs>
    <ds:schemaRef ds:uri="http://schemas.microsoft.com/office/2006/metadata/properties"/>
    <ds:schemaRef ds:uri="http://www.w3.org/2000/xmlns/"/>
    <ds:schemaRef ds:uri="18fff484-2f92-40b7-bd50-be6bae3dc6d3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  <vt:lpstr>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</dc:title>
  <dc:creator>KAIQUE STEFANI XAVIER</dc:creator>
  <cp:lastModifiedBy>BRUNO DAVIS SILVA RIBEIRO</cp:lastModifiedBy>
  <cp:revision>1</cp:revision>
  <dcterms:created xsi:type="dcterms:W3CDTF">2025-11-13T19:59:40Z</dcterms:created>
  <dcterms:modified xsi:type="dcterms:W3CDTF">2025-11-14T21:18:07Z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0x010100DBF7670CD9F0C846A984A61690ABEBEE</vt:lpwstr>
  </property>
</Properties>
</file>